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41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5079492"/>
            <a:ext cx="612648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4686300"/>
            <a:ext cx="64008" cy="4572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 // ПРОЕКТ //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/ GLTF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kern="0" spc="2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Web Viewer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приложение за визуализация на 3D модели в браузъра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3977640"/>
            <a:ext cx="2743200" cy="0"/>
          </a:xfrm>
          <a:prstGeom prst="line">
            <a:avLst/>
          </a:prstGeom>
          <a:noFill/>
          <a:ln w="12700">
            <a:solidFill>
              <a:srgbClr val="1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392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600" b="1" kern="0" spc="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Борис </a:t>
            </a:r>
            <a:r>
              <a:rPr lang="bg-BG" sz="1600" b="1" kern="0" spc="200" dirty="0" err="1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Ранджев</a:t>
            </a:r>
            <a:endParaRPr lang="en-US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</a:t>
            </a:r>
            <a:endParaRPr lang="en-US" sz="1050" b="1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</a:t>
            </a:r>
            <a:r>
              <a:rPr lang="bg-BG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КЪВ</a:t>
            </a: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 ПРОЕКТЪТ?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23444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 Viewer е уеб сайт, в който можеш да заредиш 3D модел (.glb / .gltf файл) и веднага да го разгледаш в браузъра — да го въртиш, увеличаваш и намаляваш с мишката. Без инсталиране, без регистрация.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2560320" cy="237744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ИНСТАЛАЦИИ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164592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Работи директно в браузъра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237744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4290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ТЕХНОЛОГИИ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3749040"/>
            <a:ext cx="164592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2560320" cy="237744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3093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ПЛАВНОСТ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3749040"/>
            <a:ext cx="164592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Реално-времева 3D графика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</a:t>
            </a:r>
            <a:endParaRPr lang="en-US" sz="1050" b="1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65960" cy="35661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47672"/>
            <a:ext cx="1325880" cy="23774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476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30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СТРУКТУРА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Основната структура на сайта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Canvas елемент за 3D сцената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Drag &amp; Drop зона за файлове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65960" cy="35661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5544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1947672"/>
            <a:ext cx="1325880" cy="23774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9476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30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ВИЗИЯ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51760" y="2331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Целият дизайн е ръчно написан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Cyber / retro тема с glow ефекти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Решетка и scanlines само с CSS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1965960" cy="35661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1947672"/>
            <a:ext cx="1325880" cy="23774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9476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30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ЛОГИКА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0600" y="2331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Анимирани фонови частици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Зареждане и валидация на файлове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Управление на бутони и статус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868680"/>
            <a:ext cx="1965960" cy="35661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🧊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03720" y="15544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0" y="1947672"/>
            <a:ext cx="1325880" cy="23774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19476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30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ГРАФИКА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49440" y="2331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Библиотека за 3D в браузъра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Зарежда и рендерира GLB модели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1546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OrbitControls – въртене с мишката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</a:t>
            </a:r>
            <a:endParaRPr lang="en-US" sz="1050" b="1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" y="1234440"/>
            <a:ext cx="1508760" cy="21945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" y="13990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8620" y="2011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ЗАРЕДИ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5780" y="2386584"/>
            <a:ext cx="114300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" y="2496312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Избираш или влачиш GLB файл в сайта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60804" y="21031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4A6A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80260" y="1234440"/>
            <a:ext cx="1508760" cy="21945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0260" y="13990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25980" y="2011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ЗАЧИТА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63140" y="2386584"/>
            <a:ext cx="114300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1700" y="2496312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чете файла и разбира 3D структурата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8164" y="21031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4A6A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17620" y="1234440"/>
            <a:ext cx="1508760" cy="21945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17620" y="13990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863340" y="2011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НАГЛАСЯ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0500" y="2386584"/>
            <a:ext cx="114300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2496312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Моделът се центрира и оразмерява автоматично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5524" y="21031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4A6A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54980" y="1234440"/>
            <a:ext cx="1508760" cy="21945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54980" y="13990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600700" y="2011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РЕНДЕРИРА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37860" y="2386584"/>
            <a:ext cx="114300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6420" y="2496312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Показва се в реално време с осветление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2884" y="21031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4A6A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92340" y="1234440"/>
            <a:ext cx="1508760" cy="21945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92340" y="13990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338060" y="2011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РАЗГЛЕЖДАШ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75220" y="2386584"/>
            <a:ext cx="1143000" cy="0"/>
          </a:xfrm>
          <a:prstGeom prst="line">
            <a:avLst/>
          </a:prstGeom>
          <a:noFill/>
          <a:ln w="9525">
            <a:solidFill>
              <a:srgbClr val="1A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3780" y="2496312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Въртиш и увеличаваш с мишката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Управление на паметта: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зареждане на нов модел, старият автоматично се изтрива от паметта (geometry.dispose / material.dispose), за да не се натоварва браузърът.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</a:t>
            </a:r>
            <a:endParaRPr lang="en-US" sz="1050" b="1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ФУНКЦИОНАЛНОСТИ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05840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  Drag &amp; Drop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влачи GLB файл навсякъде в прозореца — моделът се зарежда мигновено без кликане.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5152" y="1005840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Авто-ротация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45152" y="1344168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Моделът се върти автоматично. Може да я спреш с бутон и да го въртиш ръчно с мишката.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414016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Авто-оразмеряване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752344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 колко голям е файлът, моделът винаги се центрира и оразмерява правилно за камерата.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322576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2414016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 Reset на камерата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5152" y="2752344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Бутон за незабавно връщане на камерата в начална позиция, ако се изгубиш при разглеждане.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730752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82219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Реалистично осветление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4160520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Комбинация от Ambient и Directional светлини показва текстурите и материалите на модела вярно.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3730752"/>
            <a:ext cx="3931920" cy="129844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382219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🗜  Draco компресия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45152" y="4160520"/>
            <a:ext cx="3602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Поддържа Draco-компресирани GLB файлове — по-малки файлове, по-бързо зареждане.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</a:t>
            </a:r>
            <a:endParaRPr lang="en-US" sz="1050" b="1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НА ПРОЕКТА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397764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project/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about.html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style.css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main.js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.github/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workflows/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758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9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static.yml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публикуване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868680"/>
            <a:ext cx="4526280" cy="8229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9326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124358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Главната страница — 3D viewport, бутони, drag &amp; drop зона.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1847088"/>
            <a:ext cx="4526280" cy="8229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34840" y="191109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22199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 информация как е направен проектът.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825496"/>
            <a:ext cx="4526280" cy="8229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288950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32004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Целият cyber визуален стил — glow, grid, анимации.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803904"/>
            <a:ext cx="4526280" cy="822960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38679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17880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Цялата логика: Three.js сцена, частици, зареждане на модели, памет.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5079492"/>
            <a:ext cx="612648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4686300"/>
            <a:ext cx="64008" cy="4572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</a:t>
            </a:r>
            <a:endParaRPr lang="en-US" sz="1050" b="1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0058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Проектът е напълно функциращ уеб сайт, достъпен от всеки браузър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8229600" cy="65836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77393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Използва реален 3D rendering с Three.js — не е просто картинка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65836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54203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Изцяло ръчно написан код — без готови CSS фреймуъри или UI библиотеки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3101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Публикуван онлайн чрез GitHub Pages с автоматичен CI/CD pipeline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solidFill>
            <a:srgbClr val="071525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0782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Страница About обяснява технологиите достъпно на български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БЛАГОДАРЯ ЗА ВНИМАНИЕТО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557</Words>
  <Application>Microsoft Office PowerPoint</Application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GLB Viewer – Защита на проект</dc:title>
  <dc:subject>PptxGenJS Presentation</dc:subject>
  <dc:creator>Boris Randjev</dc:creator>
  <cp:lastModifiedBy>Boris Randzhev</cp:lastModifiedBy>
  <cp:revision>3</cp:revision>
  <dcterms:created xsi:type="dcterms:W3CDTF">2026-06-22T08:59:21Z</dcterms:created>
  <dcterms:modified xsi:type="dcterms:W3CDTF">2026-06-22T09:04:23Z</dcterms:modified>
</cp:coreProperties>
</file>